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9" r:id="rId4"/>
    <p:sldId id="261" r:id="rId5"/>
    <p:sldId id="262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rPr dirty="0"/>
              <a:t>Jakarta SC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24242"/>
                </a:solidFill>
              </a:defRPr>
            </a:pPr>
            <a:r>
              <a:rPr dirty="0"/>
              <a:t>Public Facilities Finder Web</a:t>
            </a:r>
            <a:r>
              <a:rPr lang="en-ID" dirty="0"/>
              <a:t> Application</a:t>
            </a:r>
            <a:endParaRPr dirty="0"/>
          </a:p>
          <a:p>
            <a:r>
              <a:rPr dirty="0"/>
              <a:t>Presentation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D48B8-11ED-6A83-4254-BDE7ABE1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582C-A5C6-724A-1652-DEBB286C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96F3"/>
                </a:solidFill>
              </a:defRPr>
            </a:pPr>
            <a:r>
              <a:rPr lang="en-US" dirty="0"/>
              <a:t>Cara Akses</a:t>
            </a:r>
            <a:endParaRPr dirty="0"/>
          </a:p>
        </p:txBody>
      </p:sp>
      <p:pic>
        <p:nvPicPr>
          <p:cNvPr id="5" name="Content Placeholder 4" descr="A qr code with a bird&#10;&#10;AI-generated content may be incorrect.">
            <a:extLst>
              <a:ext uri="{FF2B5EF4-FFF2-40B4-BE49-F238E27FC236}">
                <a16:creationId xmlns:a16="http://schemas.microsoft.com/office/drawing/2014/main" id="{B57C7432-8B42-CA18-0D32-26F6A631A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250" y="1710531"/>
            <a:ext cx="2857500" cy="285750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D38F6E6-D3E1-93B4-AB69-B44D52C21257}"/>
              </a:ext>
            </a:extLst>
          </p:cNvPr>
          <p:cNvSpPr txBox="1">
            <a:spLocks/>
          </p:cNvSpPr>
          <p:nvPr/>
        </p:nvSpPr>
        <p:spPr>
          <a:xfrm>
            <a:off x="457200" y="456803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>
                  <a:srgbClr val="2196F3"/>
                </a:solidFill>
              </a:defRPr>
            </a:pPr>
            <a:r>
              <a:rPr lang="en-US" dirty="0"/>
              <a:t>Jakartasc2025.info</a:t>
            </a:r>
          </a:p>
        </p:txBody>
      </p:sp>
    </p:spTree>
    <p:extLst>
      <p:ext uri="{BB962C8B-B14F-4D97-AF65-F5344CB8AC3E}">
        <p14:creationId xmlns:p14="http://schemas.microsoft.com/office/powerpoint/2010/main" val="333683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96F3"/>
                </a:solidFill>
              </a:defRPr>
            </a:pPr>
            <a:r>
              <a:t>Fitur Utama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24242"/>
                </a:solidFill>
              </a:defRPr>
            </a:pPr>
            <a:r>
              <a:rPr sz="2400" dirty="0" err="1"/>
              <a:t>Pencarian</a:t>
            </a:r>
            <a:r>
              <a:rPr sz="2400" dirty="0"/>
              <a:t> </a:t>
            </a:r>
            <a:r>
              <a:rPr sz="2400" dirty="0" err="1"/>
              <a:t>Fasilitas</a:t>
            </a:r>
            <a:r>
              <a:rPr sz="2400" dirty="0"/>
              <a:t> </a:t>
            </a:r>
            <a:r>
              <a:rPr sz="2400" dirty="0" err="1"/>
              <a:t>Berdasarkan</a:t>
            </a:r>
            <a:r>
              <a:rPr sz="2400" dirty="0"/>
              <a:t> </a:t>
            </a:r>
            <a:r>
              <a:rPr sz="2400" dirty="0" err="1"/>
              <a:t>Kategori</a:t>
            </a:r>
            <a:endParaRPr sz="2400"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sz="2400" dirty="0" err="1"/>
              <a:t>Informasi</a:t>
            </a:r>
            <a:r>
              <a:rPr sz="2400" dirty="0"/>
              <a:t> Lokasi </a:t>
            </a:r>
            <a:r>
              <a:rPr sz="2400" dirty="0" err="1"/>
              <a:t>dengan</a:t>
            </a:r>
            <a:r>
              <a:rPr sz="2400" dirty="0"/>
              <a:t> Google Maps Integration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sz="2400" dirty="0" err="1"/>
              <a:t>Estimasi</a:t>
            </a:r>
            <a:r>
              <a:rPr sz="2400" dirty="0"/>
              <a:t> Jarak dan Waktu </a:t>
            </a:r>
            <a:r>
              <a:rPr sz="2400" dirty="0" err="1"/>
              <a:t>Tempuh</a:t>
            </a:r>
            <a:endParaRPr sz="2400"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400" dirty="0"/>
              <a:t>S</a:t>
            </a:r>
            <a:r>
              <a:rPr sz="2400" dirty="0"/>
              <a:t>upport 14 Bahasa Internasional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196F3"/>
                </a:solidFill>
              </a:defRPr>
            </a:pPr>
            <a:r>
              <a:t>Kategori Fasilitas yang Tersedia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sz="1600" dirty="0"/>
              <a:t>🏧 ATM - Lokasi </a:t>
            </a:r>
            <a:r>
              <a:rPr sz="1600" dirty="0" err="1"/>
              <a:t>mesin</a:t>
            </a:r>
            <a:r>
              <a:rPr sz="1600" dirty="0"/>
              <a:t> ATM </a:t>
            </a:r>
            <a:r>
              <a:rPr sz="1600" dirty="0" err="1"/>
              <a:t>terdekat</a:t>
            </a:r>
            <a:endParaRPr sz="1600" dirty="0"/>
          </a:p>
          <a:p>
            <a:pPr>
              <a:defRPr sz="1400"/>
            </a:pPr>
            <a:r>
              <a:rPr sz="1600" dirty="0"/>
              <a:t>🏥 Hospital - Rumah </a:t>
            </a:r>
            <a:r>
              <a:rPr sz="1600" dirty="0" err="1"/>
              <a:t>sakit</a:t>
            </a:r>
            <a:r>
              <a:rPr sz="1600" dirty="0"/>
              <a:t> dan </a:t>
            </a:r>
            <a:r>
              <a:rPr sz="1600" dirty="0" err="1"/>
              <a:t>klinik</a:t>
            </a:r>
            <a:r>
              <a:rPr sz="1600" dirty="0"/>
              <a:t> </a:t>
            </a:r>
            <a:r>
              <a:rPr sz="1600" dirty="0" err="1"/>
              <a:t>kesehatan</a:t>
            </a:r>
            <a:r>
              <a:rPr sz="1600" dirty="0"/>
              <a:t>  </a:t>
            </a:r>
          </a:p>
          <a:p>
            <a:pPr>
              <a:defRPr sz="1400"/>
            </a:pPr>
            <a:r>
              <a:rPr sz="1600" dirty="0"/>
              <a:t>💊 Pharmacy - </a:t>
            </a:r>
            <a:r>
              <a:rPr sz="1600" dirty="0" err="1"/>
              <a:t>Apotek</a:t>
            </a:r>
            <a:r>
              <a:rPr sz="1600" dirty="0"/>
              <a:t> dan </a:t>
            </a:r>
            <a:r>
              <a:rPr sz="1600" dirty="0" err="1"/>
              <a:t>toko</a:t>
            </a:r>
            <a:r>
              <a:rPr sz="1600" dirty="0"/>
              <a:t> </a:t>
            </a:r>
            <a:r>
              <a:rPr sz="1600" dirty="0" err="1"/>
              <a:t>obat</a:t>
            </a:r>
            <a:endParaRPr sz="1600" dirty="0"/>
          </a:p>
          <a:p>
            <a:pPr>
              <a:defRPr sz="1400"/>
            </a:pPr>
            <a:r>
              <a:rPr sz="1600" dirty="0"/>
              <a:t>🍽️ Restaurant - </a:t>
            </a:r>
            <a:r>
              <a:rPr sz="1600" dirty="0" err="1"/>
              <a:t>Restoran</a:t>
            </a:r>
            <a:r>
              <a:rPr sz="1600" dirty="0"/>
              <a:t> dan </a:t>
            </a:r>
            <a:r>
              <a:rPr sz="1600" dirty="0" err="1"/>
              <a:t>tempat</a:t>
            </a:r>
            <a:r>
              <a:rPr sz="1600" dirty="0"/>
              <a:t> </a:t>
            </a:r>
            <a:r>
              <a:rPr sz="1600" dirty="0" err="1"/>
              <a:t>makan</a:t>
            </a:r>
            <a:endParaRPr sz="1600" dirty="0"/>
          </a:p>
          <a:p>
            <a:pPr>
              <a:defRPr sz="1400"/>
            </a:pPr>
            <a:r>
              <a:rPr sz="1600" dirty="0"/>
              <a:t>⛽ Gas Station - SPBU dan pom </a:t>
            </a:r>
            <a:r>
              <a:rPr sz="1600" dirty="0" err="1"/>
              <a:t>bensin</a:t>
            </a:r>
            <a:endParaRPr sz="1600" dirty="0"/>
          </a:p>
          <a:p>
            <a:pPr>
              <a:defRPr sz="1400"/>
            </a:pPr>
            <a:r>
              <a:rPr sz="1600" dirty="0"/>
              <a:t>💱 Money Changer - </a:t>
            </a:r>
            <a:r>
              <a:rPr sz="1600" dirty="0" err="1"/>
              <a:t>Tempat</a:t>
            </a:r>
            <a:r>
              <a:rPr sz="1600" dirty="0"/>
              <a:t> </a:t>
            </a:r>
            <a:r>
              <a:rPr sz="1600" dirty="0" err="1"/>
              <a:t>penukaran</a:t>
            </a:r>
            <a:r>
              <a:rPr sz="1600" dirty="0"/>
              <a:t> </a:t>
            </a:r>
            <a:r>
              <a:rPr sz="1600" dirty="0" err="1"/>
              <a:t>mata</a:t>
            </a:r>
            <a:r>
              <a:rPr sz="1600" dirty="0"/>
              <a:t> uang</a:t>
            </a:r>
          </a:p>
          <a:p>
            <a:pPr>
              <a:defRPr sz="1400"/>
            </a:pPr>
            <a:r>
              <a:rPr sz="1600" dirty="0"/>
              <a:t>🔧 Auto Repair - </a:t>
            </a:r>
            <a:r>
              <a:rPr sz="1600" dirty="0" err="1"/>
              <a:t>Bengkel</a:t>
            </a:r>
            <a:r>
              <a:rPr sz="1600" dirty="0"/>
              <a:t> dan service </a:t>
            </a:r>
            <a:r>
              <a:rPr sz="1600" dirty="0" err="1"/>
              <a:t>mobil</a:t>
            </a:r>
            <a:endParaRPr sz="1600" dirty="0"/>
          </a:p>
          <a:p>
            <a:pPr>
              <a:defRPr sz="1400"/>
            </a:pPr>
            <a:endParaRPr sz="1600" dirty="0"/>
          </a:p>
          <a:p>
            <a:pPr marL="0" indent="0">
              <a:buNone/>
              <a:defRPr sz="1400"/>
            </a:pPr>
            <a:r>
              <a:rPr sz="1600" dirty="0" err="1"/>
              <a:t>Setiap</a:t>
            </a:r>
            <a:r>
              <a:rPr sz="1600" dirty="0"/>
              <a:t> </a:t>
            </a:r>
            <a:r>
              <a:rPr sz="1600" dirty="0" err="1"/>
              <a:t>kategori</a:t>
            </a:r>
            <a:r>
              <a:rPr sz="1600" dirty="0"/>
              <a:t> </a:t>
            </a:r>
            <a:r>
              <a:rPr sz="1600" dirty="0" err="1"/>
              <a:t>dilengkapi</a:t>
            </a:r>
            <a:r>
              <a:rPr sz="1600" dirty="0"/>
              <a:t> </a:t>
            </a:r>
            <a:r>
              <a:rPr sz="1600" dirty="0" err="1"/>
              <a:t>dengan</a:t>
            </a:r>
            <a:r>
              <a:rPr sz="1600" dirty="0"/>
              <a:t>:</a:t>
            </a:r>
          </a:p>
          <a:p>
            <a:pPr>
              <a:defRPr sz="1400"/>
            </a:pPr>
            <a:r>
              <a:rPr sz="1600" dirty="0" err="1"/>
              <a:t>Informasi</a:t>
            </a:r>
            <a:r>
              <a:rPr sz="1600" dirty="0"/>
              <a:t> provider/</a:t>
            </a:r>
            <a:r>
              <a:rPr sz="1600" dirty="0" err="1"/>
              <a:t>penyedia</a:t>
            </a:r>
            <a:r>
              <a:rPr sz="1600" dirty="0"/>
              <a:t> </a:t>
            </a:r>
            <a:r>
              <a:rPr sz="1600" dirty="0" err="1"/>
              <a:t>layanan</a:t>
            </a:r>
            <a:endParaRPr sz="1600" dirty="0"/>
          </a:p>
          <a:p>
            <a:pPr>
              <a:defRPr sz="1400"/>
            </a:pPr>
            <a:r>
              <a:rPr sz="1600" dirty="0"/>
              <a:t>Detail </a:t>
            </a:r>
            <a:r>
              <a:rPr sz="1600" dirty="0" err="1"/>
              <a:t>lokasi</a:t>
            </a:r>
            <a:r>
              <a:rPr sz="1600" dirty="0"/>
              <a:t> </a:t>
            </a:r>
            <a:r>
              <a:rPr sz="1600" dirty="0" err="1"/>
              <a:t>dengan</a:t>
            </a:r>
            <a:r>
              <a:rPr sz="1600" dirty="0"/>
              <a:t> </a:t>
            </a:r>
            <a:r>
              <a:rPr sz="1600" dirty="0" err="1"/>
              <a:t>alamat</a:t>
            </a:r>
            <a:r>
              <a:rPr sz="1600" dirty="0"/>
              <a:t> </a:t>
            </a:r>
            <a:r>
              <a:rPr sz="1600" dirty="0" err="1"/>
              <a:t>lengkap</a:t>
            </a:r>
            <a:endParaRPr sz="1600" dirty="0"/>
          </a:p>
          <a:p>
            <a:pPr>
              <a:defRPr sz="1400"/>
            </a:pPr>
            <a:r>
              <a:rPr sz="1600" dirty="0" err="1"/>
              <a:t>Koordinat</a:t>
            </a:r>
            <a:r>
              <a:rPr sz="1600" dirty="0"/>
              <a:t> GPS untuk </a:t>
            </a:r>
            <a:r>
              <a:rPr sz="1600" dirty="0" err="1"/>
              <a:t>navigasi</a:t>
            </a:r>
            <a:endParaRPr sz="1600" dirty="0"/>
          </a:p>
          <a:p>
            <a:pPr>
              <a:defRPr sz="1400"/>
            </a:pPr>
            <a:r>
              <a:rPr sz="1600" dirty="0" err="1"/>
              <a:t>Estimasi</a:t>
            </a:r>
            <a:r>
              <a:rPr sz="1600" dirty="0"/>
              <a:t> </a:t>
            </a:r>
            <a:r>
              <a:rPr sz="1600" dirty="0" err="1"/>
              <a:t>jarak</a:t>
            </a:r>
            <a:r>
              <a:rPr sz="1600" dirty="0"/>
              <a:t> dan </a:t>
            </a:r>
            <a:r>
              <a:rPr sz="1600" dirty="0" err="1"/>
              <a:t>waktu</a:t>
            </a:r>
            <a:r>
              <a:rPr sz="1600" dirty="0"/>
              <a:t> </a:t>
            </a:r>
            <a:r>
              <a:rPr sz="1600" dirty="0" err="1"/>
              <a:t>tempuh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2196F3"/>
                </a:solidFill>
              </a:defRPr>
            </a:pPr>
            <a:r>
              <a:rPr dirty="0" err="1"/>
              <a:t>Dukungan</a:t>
            </a:r>
            <a:r>
              <a:rPr dirty="0"/>
              <a:t> Multi-Bahasa (Internationalization)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1200"/>
            </a:pPr>
            <a:endParaRPr lang="en-US" sz="1600" dirty="0"/>
          </a:p>
          <a:p>
            <a:pPr marL="0" indent="0">
              <a:buNone/>
              <a:defRPr sz="1200"/>
            </a:pPr>
            <a:r>
              <a:rPr sz="1600" dirty="0" err="1"/>
              <a:t>Aplikasi</a:t>
            </a:r>
            <a:r>
              <a:rPr sz="1600" dirty="0"/>
              <a:t> </a:t>
            </a:r>
            <a:r>
              <a:rPr sz="1600" dirty="0" err="1"/>
              <a:t>mendukung</a:t>
            </a:r>
            <a:r>
              <a:rPr sz="1600" dirty="0"/>
              <a:t> 14 </a:t>
            </a:r>
            <a:r>
              <a:rPr sz="1600" dirty="0" err="1"/>
              <a:t>bahasa</a:t>
            </a:r>
            <a:r>
              <a:rPr sz="1600" dirty="0"/>
              <a:t> </a:t>
            </a:r>
            <a:r>
              <a:rPr sz="1600" dirty="0" err="1"/>
              <a:t>internasional</a:t>
            </a:r>
            <a:r>
              <a:rPr sz="1600" dirty="0"/>
              <a:t>:</a:t>
            </a:r>
          </a:p>
          <a:p>
            <a:pPr>
              <a:defRPr sz="1200"/>
            </a:pPr>
            <a:r>
              <a:rPr lang="en-US" sz="1600" dirty="0"/>
              <a:t>GB</a:t>
            </a:r>
            <a:r>
              <a:rPr sz="1600" dirty="0"/>
              <a:t> English (Default)  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🇯🇵 </a:t>
            </a:r>
            <a:r>
              <a:rPr sz="1600" dirty="0" err="1"/>
              <a:t>日本語</a:t>
            </a:r>
            <a:r>
              <a:rPr sz="1600" dirty="0"/>
              <a:t> (Japanese)</a:t>
            </a:r>
          </a:p>
          <a:p>
            <a:pPr>
              <a:defRPr sz="1200"/>
            </a:pPr>
            <a:r>
              <a:rPr sz="1600" dirty="0"/>
              <a:t>🇮🇩 Bahasa Indonesia 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🇲🇾 Bahasa Malaysia  </a:t>
            </a:r>
          </a:p>
          <a:p>
            <a:pPr>
              <a:defRPr sz="1200"/>
            </a:pPr>
            <a:r>
              <a:rPr sz="1600" dirty="0"/>
              <a:t>🇲🇲 </a:t>
            </a:r>
            <a:r>
              <a:rPr sz="1600" dirty="0" err="1"/>
              <a:t>မြန်မာဘာသာ</a:t>
            </a:r>
            <a:r>
              <a:rPr sz="1600" dirty="0"/>
              <a:t> (Myanmar)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🇳🇱 </a:t>
            </a:r>
            <a:r>
              <a:rPr sz="1600" dirty="0" err="1"/>
              <a:t>Nederlands</a:t>
            </a:r>
            <a:r>
              <a:rPr sz="1600" dirty="0"/>
              <a:t> (Dutch)</a:t>
            </a:r>
          </a:p>
          <a:p>
            <a:pPr>
              <a:defRPr sz="1200"/>
            </a:pPr>
            <a:r>
              <a:rPr sz="1600" dirty="0"/>
              <a:t>🇵🇭 Filipino          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🇹🇼 </a:t>
            </a:r>
            <a:r>
              <a:rPr sz="1600" dirty="0" err="1"/>
              <a:t>繁體中文</a:t>
            </a:r>
            <a:r>
              <a:rPr sz="1600" dirty="0"/>
              <a:t> (Traditional Chinese)</a:t>
            </a:r>
          </a:p>
          <a:p>
            <a:pPr>
              <a:defRPr sz="1200"/>
            </a:pPr>
            <a:r>
              <a:rPr sz="1600" dirty="0"/>
              <a:t>🇹🇭 </a:t>
            </a:r>
            <a:r>
              <a:rPr sz="1600" dirty="0" err="1"/>
              <a:t>ไทย</a:t>
            </a:r>
            <a:r>
              <a:rPr sz="1600" dirty="0"/>
              <a:t> (Thai)        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🇧🇷 </a:t>
            </a:r>
            <a:r>
              <a:rPr sz="1600" dirty="0" err="1"/>
              <a:t>Português</a:t>
            </a:r>
            <a:r>
              <a:rPr sz="1600" dirty="0"/>
              <a:t> (</a:t>
            </a:r>
            <a:r>
              <a:rPr sz="1600" dirty="0" err="1"/>
              <a:t>Brasil</a:t>
            </a:r>
            <a:r>
              <a:rPr sz="1600" dirty="0"/>
              <a:t>)</a:t>
            </a:r>
          </a:p>
          <a:p>
            <a:pPr>
              <a:defRPr sz="1200"/>
            </a:pPr>
            <a:r>
              <a:rPr sz="1600" dirty="0"/>
              <a:t>🇨🇴 Español (Colombia)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🇮🇳 </a:t>
            </a:r>
            <a:r>
              <a:rPr sz="1600" dirty="0" err="1"/>
              <a:t>हिन्दी</a:t>
            </a:r>
            <a:r>
              <a:rPr sz="1600" dirty="0"/>
              <a:t> (Hindi)</a:t>
            </a:r>
          </a:p>
          <a:p>
            <a:pPr>
              <a:defRPr sz="1200"/>
            </a:pPr>
            <a:r>
              <a:rPr sz="1600" dirty="0"/>
              <a:t>🇮🇹 Italiano (Italian)         </a:t>
            </a:r>
            <a:endParaRPr lang="en-US" sz="1600" dirty="0"/>
          </a:p>
          <a:p>
            <a:pPr>
              <a:defRPr sz="1200"/>
            </a:pPr>
            <a:r>
              <a:rPr sz="1600" dirty="0"/>
              <a:t>🇱🇰 </a:t>
            </a:r>
            <a:r>
              <a:rPr sz="1600" dirty="0" err="1"/>
              <a:t>සිංහල</a:t>
            </a:r>
            <a:r>
              <a:rPr sz="1600" dirty="0"/>
              <a:t> (Sinhala)</a:t>
            </a:r>
          </a:p>
          <a:p>
            <a:pPr>
              <a:defRPr sz="1200"/>
            </a:pP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2196F3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Diskusi dan Pertanyaan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211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Jakarta SC 2025</vt:lpstr>
      <vt:lpstr>Cara Akses</vt:lpstr>
      <vt:lpstr>Fitur Utama Aplikasi</vt:lpstr>
      <vt:lpstr>Kategori Fasilitas yang Tersedia</vt:lpstr>
      <vt:lpstr>Dukungan Multi-Bahasa (Internationalization)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Reynaldo Laurens</cp:lastModifiedBy>
  <cp:revision>3</cp:revision>
  <dcterms:created xsi:type="dcterms:W3CDTF">2013-01-27T09:14:16Z</dcterms:created>
  <dcterms:modified xsi:type="dcterms:W3CDTF">2025-11-21T16:01:06Z</dcterms:modified>
  <cp:category/>
</cp:coreProperties>
</file>